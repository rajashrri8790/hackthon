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748" r:id="rId1"/>
  </p:sldMasterIdLst>
  <p:notesMasterIdLst>
    <p:notesMasterId r:id="rId13"/>
  </p:notesMasterIdLst>
  <p:sldIdLst>
    <p:sldId id="256" r:id="rId2"/>
    <p:sldId id="258" r:id="rId3"/>
    <p:sldId id="273" r:id="rId4"/>
    <p:sldId id="259" r:id="rId5"/>
    <p:sldId id="260" r:id="rId6"/>
    <p:sldId id="261" r:id="rId7"/>
    <p:sldId id="262" r:id="rId8"/>
    <p:sldId id="270" r:id="rId9"/>
    <p:sldId id="271" r:id="rId10"/>
    <p:sldId id="272" r:id="rId11"/>
    <p:sldId id="269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0" roundtripDataSignature="AMtx7mj/6ATrCwT5o5Bm/cTrxjN31IlV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2320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0567696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98416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454668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644676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440976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530814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3" name="Google Shape;13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573288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2" name="Google Shape;14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016036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2" name="Google Shape;14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600647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2" name="Google Shape;14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161614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2" name="Google Shape;14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789980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8" name="Google Shape;20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420391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2300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18922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8134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5396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6673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1696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9974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3224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1262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9684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083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241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>
            <a:spLocks noGrp="1"/>
          </p:cNvSpPr>
          <p:nvPr>
            <p:ph type="ctrTitle"/>
          </p:nvPr>
        </p:nvSpPr>
        <p:spPr>
          <a:xfrm>
            <a:off x="1804181" y="1397449"/>
            <a:ext cx="9144001" cy="1936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IN" sz="4800" dirty="0" smtClean="0"/>
              <a:t/>
            </a:r>
            <a:br>
              <a:rPr lang="en-IN" sz="4800" dirty="0" smtClean="0"/>
            </a:br>
            <a:r>
              <a:rPr lang="en-IN" sz="4800" dirty="0" smtClean="0"/>
              <a:t/>
            </a:r>
            <a:br>
              <a:rPr lang="en-IN" sz="4800" dirty="0" smtClean="0"/>
            </a:br>
            <a:r>
              <a:rPr lang="en-IN" sz="4800" dirty="0"/>
              <a:t/>
            </a:r>
            <a:br>
              <a:rPr lang="en-IN" sz="4800" dirty="0"/>
            </a:br>
            <a:r>
              <a:rPr lang="en-IN" sz="4800" dirty="0" smtClean="0"/>
              <a:t/>
            </a:r>
            <a:br>
              <a:rPr lang="en-IN" sz="4800" dirty="0" smtClean="0"/>
            </a:br>
            <a:r>
              <a:rPr lang="en-IN" sz="4800" dirty="0"/>
              <a:t/>
            </a:r>
            <a:br>
              <a:rPr lang="en-IN" sz="4800" dirty="0"/>
            </a:br>
            <a:r>
              <a:rPr lang="en-IN" sz="4800" dirty="0"/>
              <a:t/>
            </a:r>
            <a:br>
              <a:rPr lang="en-IN" sz="4800" dirty="0"/>
            </a:br>
            <a:r>
              <a:rPr lang="en-IN" sz="4800" dirty="0" smtClean="0"/>
              <a:t>Cyber </a:t>
            </a:r>
            <a:r>
              <a:rPr lang="en-IN" sz="4800" dirty="0" smtClean="0"/>
              <a:t>Security </a:t>
            </a:r>
            <a:r>
              <a:rPr lang="en-IN" sz="4800" dirty="0" smtClean="0"/>
              <a:t>Intern-</a:t>
            </a:r>
            <a:r>
              <a:rPr lang="en-IN" sz="4800" dirty="0" err="1" smtClean="0"/>
              <a:t>Airowire</a:t>
            </a:r>
            <a:r>
              <a:rPr lang="en-IN" sz="4800" dirty="0" smtClean="0"/>
              <a:t/>
            </a:r>
            <a:br>
              <a:rPr lang="en-IN" sz="4800" dirty="0" smtClean="0"/>
            </a:br>
            <a:r>
              <a:rPr lang="en-IN" sz="1800" dirty="0"/>
              <a:t/>
            </a:r>
            <a:br>
              <a:rPr lang="en-IN" sz="1800" dirty="0"/>
            </a:br>
            <a:r>
              <a:rPr lang="en-IN" sz="2800" b="1" dirty="0" smtClean="0">
                <a:solidFill>
                  <a:srgbClr val="000000"/>
                </a:solidFill>
              </a:rPr>
              <a:t>Anusha Darphal</a:t>
            </a:r>
            <a:r>
              <a:rPr lang="en-IN" sz="2800" b="1" dirty="0">
                <a:solidFill>
                  <a:srgbClr val="000000"/>
                </a:solidFill>
              </a:rPr>
              <a:t/>
            </a:r>
            <a:br>
              <a:rPr lang="en-IN" sz="2800" b="1" dirty="0">
                <a:solidFill>
                  <a:srgbClr val="000000"/>
                </a:solidFill>
              </a:rPr>
            </a:br>
            <a:r>
              <a:rPr lang="en-IN" sz="2800" b="1" dirty="0" smtClean="0">
                <a:solidFill>
                  <a:srgbClr val="000000"/>
                </a:solidFill>
              </a:rPr>
              <a:t>2BL22IS007</a:t>
            </a:r>
            <a:endParaRPr sz="2800" b="1" dirty="0"/>
          </a:p>
        </p:txBody>
      </p:sp>
      <p:sp>
        <p:nvSpPr>
          <p:cNvPr id="90" name="Google Shape;90;p1"/>
          <p:cNvSpPr txBox="1">
            <a:spLocks noGrp="1"/>
          </p:cNvSpPr>
          <p:nvPr>
            <p:ph type="subTitle" idx="1"/>
          </p:nvPr>
        </p:nvSpPr>
        <p:spPr>
          <a:xfrm>
            <a:off x="1395499" y="3810877"/>
            <a:ext cx="6001800" cy="23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000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74509"/>
              <a:buNone/>
            </a:pPr>
            <a:r>
              <a:rPr lang="en-US" sz="2550" dirty="0" err="1" smtClean="0">
                <a:solidFill>
                  <a:srgbClr val="000000"/>
                </a:solidFill>
              </a:rPr>
              <a:t>Dr.P.H.Unki</a:t>
            </a:r>
            <a:endParaRPr sz="255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74509"/>
              <a:buNone/>
            </a:pPr>
            <a:r>
              <a:rPr lang="en-IN" sz="2550" dirty="0" smtClean="0">
                <a:solidFill>
                  <a:srgbClr val="343A40"/>
                </a:solidFill>
                <a:highlight>
                  <a:srgbClr val="FFFFFF"/>
                </a:highlight>
              </a:rPr>
              <a:t>Professor</a:t>
            </a:r>
            <a:endParaRPr sz="255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74509"/>
              <a:buNone/>
            </a:pPr>
            <a:r>
              <a:rPr lang="en-IN" sz="2550" dirty="0">
                <a:solidFill>
                  <a:srgbClr val="000000"/>
                </a:solidFill>
              </a:rPr>
              <a:t>Department of </a:t>
            </a:r>
            <a:r>
              <a:rPr lang="en-IN" sz="2550" dirty="0" smtClean="0">
                <a:solidFill>
                  <a:srgbClr val="000000"/>
                </a:solidFill>
              </a:rPr>
              <a:t>Information Science </a:t>
            </a:r>
            <a:r>
              <a:rPr lang="en-IN" sz="2550" dirty="0">
                <a:solidFill>
                  <a:srgbClr val="000000"/>
                </a:solidFill>
              </a:rPr>
              <a:t>and Engineering</a:t>
            </a:r>
            <a:endParaRPr sz="255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74509"/>
              <a:buNone/>
            </a:pPr>
            <a:r>
              <a:rPr lang="en-US" sz="2550" dirty="0" smtClean="0">
                <a:solidFill>
                  <a:srgbClr val="000000"/>
                </a:solidFill>
              </a:rPr>
              <a:t>BLDEACET</a:t>
            </a:r>
            <a:endParaRPr sz="2550"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</p:txBody>
      </p:sp>
      <p:sp>
        <p:nvSpPr>
          <p:cNvPr id="92" name="Google Shape;92;p1"/>
          <p:cNvSpPr/>
          <p:nvPr/>
        </p:nvSpPr>
        <p:spPr>
          <a:xfrm>
            <a:off x="7765367" y="3980585"/>
            <a:ext cx="41148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28" y="261622"/>
            <a:ext cx="1474971" cy="147497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192801" y="58408"/>
            <a:ext cx="836676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+mn-lt"/>
              </a:rPr>
              <a:t>BLDEA’S </a:t>
            </a:r>
            <a:r>
              <a:rPr lang="en-US" sz="2800" b="1" dirty="0" err="1">
                <a:latin typeface="+mn-lt"/>
              </a:rPr>
              <a:t>V.P.Dr.P.G</a:t>
            </a:r>
            <a:r>
              <a:rPr lang="en-US" sz="2800" b="1" dirty="0">
                <a:latin typeface="+mn-lt"/>
              </a:rPr>
              <a:t> </a:t>
            </a:r>
            <a:r>
              <a:rPr lang="en-US" sz="2800" b="1" dirty="0" err="1">
                <a:latin typeface="+mn-lt"/>
              </a:rPr>
              <a:t>Halakatti</a:t>
            </a:r>
            <a:r>
              <a:rPr lang="en-US" sz="2800" b="1" dirty="0">
                <a:latin typeface="+mn-lt"/>
              </a:rPr>
              <a:t> College of Engineering &amp; Technology </a:t>
            </a:r>
            <a:r>
              <a:rPr lang="en-US" sz="2800" b="1" dirty="0" smtClean="0">
                <a:latin typeface="+mn-lt"/>
              </a:rPr>
              <a:t>Vijayapur-586103</a:t>
            </a:r>
          </a:p>
          <a:p>
            <a:pPr algn="ctr"/>
            <a:endParaRPr lang="en-US" sz="2800" b="1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 txBox="1">
            <a:spLocks noGrp="1"/>
          </p:cNvSpPr>
          <p:nvPr>
            <p:ph type="title"/>
          </p:nvPr>
        </p:nvSpPr>
        <p:spPr>
          <a:xfrm>
            <a:off x="838200" y="11190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sz="3600" dirty="0" smtClean="0">
                <a:latin typeface="+mn-lt"/>
              </a:rPr>
              <a:t>About Company:</a:t>
            </a:r>
            <a:endParaRPr sz="3600" dirty="0">
              <a:latin typeface="+mn-lt"/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2</a:t>
            </a:fld>
            <a:endParaRPr/>
          </a:p>
        </p:txBody>
      </p:sp>
      <p:sp>
        <p:nvSpPr>
          <p:cNvPr id="2" name="Content Placeholder 1"/>
          <p:cNvSpPr>
            <a:spLocks noGrp="1" noChangeArrowheads="1"/>
          </p:cNvSpPr>
          <p:nvPr>
            <p:ph idx="1"/>
          </p:nvPr>
        </p:nvSpPr>
        <p:spPr bwMode="auto">
          <a:xfrm>
            <a:off x="604910" y="1250662"/>
            <a:ext cx="10002129" cy="5152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Airowire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Networks Private Limited is an Indian technology and system integration company headquartered in Bengaluru, Karnataka. 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Established in 2014, the company specializes in networking, cybersecurity, cloud services, managed IT services, and AI-driven operations. 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The company provides end-to-end enterprise IT solutions for businesses across different industries.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indent="0">
              <a:buNone/>
            </a:pPr>
            <a:r>
              <a:rPr lang="en-US" sz="1800" b="1" dirty="0"/>
              <a:t>Key Services</a:t>
            </a:r>
          </a:p>
          <a:p>
            <a:r>
              <a:rPr lang="en-US" sz="1800" dirty="0"/>
              <a:t>Enterprise Networking Solutions </a:t>
            </a:r>
          </a:p>
          <a:p>
            <a:r>
              <a:rPr lang="en-US" sz="1800" dirty="0"/>
              <a:t>Cybersecurity Services </a:t>
            </a:r>
          </a:p>
          <a:p>
            <a:r>
              <a:rPr lang="en-US" sz="1800" dirty="0"/>
              <a:t>Cloud Operations &amp; Cloud Management </a:t>
            </a:r>
          </a:p>
          <a:p>
            <a:r>
              <a:rPr lang="en-US" sz="1800" dirty="0"/>
              <a:t>Managed IT Services </a:t>
            </a:r>
          </a:p>
          <a:p>
            <a:r>
              <a:rPr lang="en-US" sz="1800" dirty="0"/>
              <a:t>Network Operations Center (NOC) </a:t>
            </a:r>
          </a:p>
          <a:p>
            <a:r>
              <a:rPr lang="en-US" sz="1800" dirty="0"/>
              <a:t>Security Operations Center (SOC) </a:t>
            </a:r>
          </a:p>
          <a:p>
            <a:r>
              <a:rPr lang="en-US" sz="1800" dirty="0"/>
              <a:t>Private 5G and Edge Networking </a:t>
            </a:r>
          </a:p>
          <a:p>
            <a:r>
              <a:rPr lang="en-US" sz="1800" dirty="0"/>
              <a:t>AI-based IT Infrastructure </a:t>
            </a:r>
            <a:r>
              <a:rPr lang="en-US" sz="1800" dirty="0" smtClean="0"/>
              <a:t>Solution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IN" sz="2800" b="1" dirty="0" smtClean="0">
                <a:latin typeface="+mn-lt"/>
              </a:rPr>
              <a:t>CYBER </a:t>
            </a:r>
            <a:r>
              <a:rPr lang="en-IN" sz="2800" b="1" dirty="0">
                <a:latin typeface="+mn-lt"/>
              </a:rPr>
              <a:t>INCIDENT RESPONSE SIMULATION SYSTEM USING PYTHON</a:t>
            </a:r>
            <a:endParaRPr sz="2800" dirty="0">
              <a:latin typeface="+mn-lt"/>
            </a:endParaRPr>
          </a:p>
        </p:txBody>
      </p:sp>
      <p:sp>
        <p:nvSpPr>
          <p:cNvPr id="108" name="Google Shape;108;p4"/>
          <p:cNvSpPr txBox="1">
            <a:spLocks noGrp="1"/>
          </p:cNvSpPr>
          <p:nvPr>
            <p:ph idx="1"/>
          </p:nvPr>
        </p:nvSpPr>
        <p:spPr>
          <a:xfrm>
            <a:off x="562700" y="153565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sz="2000" dirty="0" smtClean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2400" b="1" dirty="0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INTRODUCTION: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sz="2000" dirty="0" smtClean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sz="2400" dirty="0"/>
              <a:t>Developed a Cyber Incident Response Simulation System using Python </a:t>
            </a:r>
            <a:endParaRPr lang="en-US" sz="2400" dirty="0" smtClean="0"/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sz="2400" dirty="0" smtClean="0"/>
              <a:t>Simulates </a:t>
            </a:r>
            <a:r>
              <a:rPr lang="en-US" sz="2400" dirty="0"/>
              <a:t>the working of an Intrusion Detection System (IDS</a:t>
            </a:r>
            <a:r>
              <a:rPr lang="en-US" sz="2400" dirty="0" smtClean="0"/>
              <a:t>)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sz="2400" dirty="0"/>
              <a:t>Detects brute force attacks through real-time log </a:t>
            </a:r>
            <a:r>
              <a:rPr lang="en-US" sz="2400" dirty="0" smtClean="0"/>
              <a:t>monitoring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sz="2400" dirty="0"/>
              <a:t>Automatically responds to suspicious activities by blocking attacker </a:t>
            </a:r>
            <a:r>
              <a:rPr lang="en-US" sz="2400" dirty="0" err="1" smtClean="0"/>
              <a:t>Ips</a:t>
            </a:r>
            <a:endParaRPr lang="en-US" sz="2400" dirty="0" smtClean="0"/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sz="2400" dirty="0"/>
              <a:t>Generates alerts and security reports for analysis</a:t>
            </a:r>
            <a:endParaRPr lang="en-US" sz="2400" dirty="0">
              <a:solidFill>
                <a:schemeClr val="tx1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endParaRPr lang="en-US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endParaRPr lang="en-US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endParaRPr lang="en-US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endParaRPr lang="en-IN" sz="1800" dirty="0" smtClean="0"/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endParaRPr sz="1800" dirty="0" smtClean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sp>
        <p:nvSpPr>
          <p:cNvPr id="111" name="Google Shape;111;p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94672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b="1" dirty="0" smtClean="0">
                <a:latin typeface="+mn-lt"/>
              </a:rPr>
              <a:t>Objectives</a:t>
            </a:r>
            <a:r>
              <a:rPr lang="en-US" dirty="0" smtClean="0">
                <a:latin typeface="+mn-lt"/>
              </a:rPr>
              <a:t>:</a:t>
            </a:r>
            <a:endParaRPr dirty="0">
              <a:latin typeface="+mn-lt"/>
            </a:endParaRPr>
          </a:p>
        </p:txBody>
      </p:sp>
      <p:sp>
        <p:nvSpPr>
          <p:cNvPr id="117" name="Google Shape;117;p5"/>
          <p:cNvSpPr txBox="1">
            <a:spLocks noGrp="1"/>
          </p:cNvSpPr>
          <p:nvPr>
            <p:ph idx="1"/>
          </p:nvPr>
        </p:nvSpPr>
        <p:spPr>
          <a:xfrm>
            <a:off x="838200" y="1825624"/>
            <a:ext cx="105156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400" dirty="0"/>
              <a:t>Simulate normal and malicious login activities </a:t>
            </a:r>
          </a:p>
          <a:p>
            <a:r>
              <a:rPr lang="en-US" sz="2400" dirty="0"/>
              <a:t>Monitor server logs continuously in real time </a:t>
            </a:r>
          </a:p>
          <a:p>
            <a:r>
              <a:rPr lang="en-US" sz="2400" dirty="0"/>
              <a:t>Detect brute force attacks using threshold logic </a:t>
            </a:r>
          </a:p>
          <a:p>
            <a:r>
              <a:rPr lang="en-US" sz="2400" dirty="0"/>
              <a:t>Automatically block suspicious IP addresses </a:t>
            </a:r>
          </a:p>
          <a:p>
            <a:r>
              <a:rPr lang="en-US" sz="2400" dirty="0"/>
              <a:t>Store attacker details in a database </a:t>
            </a:r>
          </a:p>
          <a:p>
            <a:r>
              <a:rPr lang="en-US" sz="2400" dirty="0"/>
              <a:t>Generate real-time security alerts </a:t>
            </a:r>
          </a:p>
          <a:p>
            <a:r>
              <a:rPr lang="en-US" sz="2400" dirty="0"/>
              <a:t>Create security reports for analysis </a:t>
            </a:r>
          </a:p>
        </p:txBody>
      </p:sp>
      <p:sp>
        <p:nvSpPr>
          <p:cNvPr id="119" name="Google Shape;119;p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4</a:t>
            </a:fld>
            <a:endParaRPr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2851" y="80204"/>
            <a:ext cx="1347164" cy="134716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b="1" dirty="0"/>
              <a:t>Technologies </a:t>
            </a:r>
            <a:r>
              <a:rPr lang="en-US" b="1" dirty="0" smtClean="0"/>
              <a:t>Used:</a:t>
            </a:r>
            <a:endParaRPr lang="en-US" b="1" dirty="0"/>
          </a:p>
        </p:txBody>
      </p:sp>
      <p:sp>
        <p:nvSpPr>
          <p:cNvPr id="130" name="Google Shape;130;p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5</a:t>
            </a:fld>
            <a:endParaRPr/>
          </a:p>
        </p:txBody>
      </p:sp>
      <p:sp>
        <p:nvSpPr>
          <p:cNvPr id="3" name="Content Placeholder 2"/>
          <p:cNvSpPr>
            <a:spLocks noGrp="1" noChangeArrowheads="1"/>
          </p:cNvSpPr>
          <p:nvPr>
            <p:ph idx="1"/>
          </p:nvPr>
        </p:nvSpPr>
        <p:spPr bwMode="auto">
          <a:xfrm>
            <a:off x="665798" y="1690688"/>
            <a:ext cx="9666922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Python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SQLite Database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Python Logging Module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Regular Expressions (Regex)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Requests Library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CSV Module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4039" y="136475"/>
            <a:ext cx="1347164" cy="134716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IN" b="1" dirty="0"/>
              <a:t>SYSTEM ARCHITECTURE OVERVIEW:</a:t>
            </a:r>
            <a:endParaRPr lang="en-US" dirty="0"/>
          </a:p>
        </p:txBody>
      </p:sp>
      <p:sp>
        <p:nvSpPr>
          <p:cNvPr id="139" name="Google Shape;139;p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6</a:t>
            </a:fld>
            <a:endParaRPr/>
          </a:p>
        </p:txBody>
      </p:sp>
      <p:pic>
        <p:nvPicPr>
          <p:cNvPr id="5" name="Content Placeholder 4" descr="C:\Users\Administrator\Downloads\INTERNPROJ.png"/>
          <p:cNvPicPr>
            <a:picLocks noGrp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90688"/>
            <a:ext cx="10515600" cy="46656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"/>
          <p:cNvSpPr txBox="1">
            <a:spLocks noGrp="1"/>
          </p:cNvSpPr>
          <p:nvPr>
            <p:ph type="title"/>
          </p:nvPr>
        </p:nvSpPr>
        <p:spPr>
          <a:xfrm>
            <a:off x="838200" y="74384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b="1" dirty="0"/>
              <a:t>WORKING OF THE SYSTEM:</a:t>
            </a:r>
            <a:r>
              <a:rPr lang="en-US" dirty="0"/>
              <a:t/>
            </a:r>
            <a:br>
              <a:rPr lang="en-US" dirty="0"/>
            </a:br>
            <a:endParaRPr dirty="0"/>
          </a:p>
        </p:txBody>
      </p:sp>
      <p:sp>
        <p:nvSpPr>
          <p:cNvPr id="148" name="Google Shape;148;p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7</a:t>
            </a:fld>
            <a:endParaRPr/>
          </a:p>
        </p:txBody>
      </p:sp>
      <p:sp>
        <p:nvSpPr>
          <p:cNvPr id="2" name="Content Placeholder 1"/>
          <p:cNvSpPr>
            <a:spLocks noGrp="1" noChangeArrowheads="1"/>
          </p:cNvSpPr>
          <p:nvPr>
            <p:ph idx="1"/>
          </p:nvPr>
        </p:nvSpPr>
        <p:spPr bwMode="auto">
          <a:xfrm>
            <a:off x="586740" y="1406622"/>
            <a:ext cx="10515600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Generated simulated network traffic using a traffic generator script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Stored login activities in server.log file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Monitored logs continuously using IDS sensor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Detected failed login attempts using regex pattern matching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Counted login failures for each IP address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Identified brute force attacks using threshold-based detection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Blocked malicious IP addresses automatically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Stored blocked IP details and timestamps in database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Sent real-time alerts through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webhook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integration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Generated security reports and exported them as CSV files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"/>
          <p:cNvSpPr txBox="1">
            <a:spLocks noGrp="1"/>
          </p:cNvSpPr>
          <p:nvPr>
            <p:ph type="title"/>
          </p:nvPr>
        </p:nvSpPr>
        <p:spPr>
          <a:xfrm>
            <a:off x="838200" y="74384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b="1" dirty="0"/>
              <a:t>Features </a:t>
            </a:r>
            <a:r>
              <a:rPr lang="en-US" b="1" dirty="0" smtClean="0"/>
              <a:t>Implemented:</a:t>
            </a:r>
            <a:endParaRPr dirty="0"/>
          </a:p>
        </p:txBody>
      </p:sp>
      <p:sp>
        <p:nvSpPr>
          <p:cNvPr id="148" name="Google Shape;148;p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8</a:t>
            </a:fld>
            <a:endParaRPr/>
          </a:p>
        </p:txBody>
      </p:sp>
      <p:sp>
        <p:nvSpPr>
          <p:cNvPr id="3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87374" y="2190488"/>
            <a:ext cx="10766425" cy="295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Real-time log monitoring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Automated attack detection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Threshold-based intrusion detection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Database integration for blocked IP storage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Alert notification system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Security report generation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Lightweight and efficient system design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58" y="237721"/>
            <a:ext cx="1347164" cy="1347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129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"/>
          <p:cNvSpPr txBox="1">
            <a:spLocks noGrp="1"/>
          </p:cNvSpPr>
          <p:nvPr>
            <p:ph type="title"/>
          </p:nvPr>
        </p:nvSpPr>
        <p:spPr>
          <a:xfrm>
            <a:off x="838200" y="74384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b="1" dirty="0" smtClean="0"/>
              <a:t>Advantages:</a:t>
            </a:r>
            <a:endParaRPr lang="en-US" b="1" dirty="0"/>
          </a:p>
        </p:txBody>
      </p:sp>
      <p:sp>
        <p:nvSpPr>
          <p:cNvPr id="148" name="Google Shape;148;p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9</a:t>
            </a:fld>
            <a:endParaRPr/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594623" y="2069404"/>
            <a:ext cx="898371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Easy to understand and implement 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Provides practical cybersecurity exposure 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Simulates real-world IDS functionality 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Automates attack detection and response 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Supports future scalability and enhancements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8107" y="192746"/>
            <a:ext cx="1347164" cy="1347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237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"/>
          <p:cNvSpPr txBox="1">
            <a:spLocks noGrp="1"/>
          </p:cNvSpPr>
          <p:nvPr>
            <p:ph type="title"/>
          </p:nvPr>
        </p:nvSpPr>
        <p:spPr>
          <a:xfrm>
            <a:off x="838200" y="74384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b="1" dirty="0"/>
              <a:t>Future </a:t>
            </a:r>
            <a:r>
              <a:rPr lang="en-US" b="1" dirty="0" smtClean="0"/>
              <a:t>Enhancements:</a:t>
            </a:r>
            <a:endParaRPr lang="en-US" b="1" dirty="0"/>
          </a:p>
        </p:txBody>
      </p:sp>
      <p:sp>
        <p:nvSpPr>
          <p:cNvPr id="148" name="Google Shape;148;p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10</a:t>
            </a:fld>
            <a:endParaRPr/>
          </a:p>
        </p:txBody>
      </p:sp>
      <p:sp>
        <p:nvSpPr>
          <p:cNvPr id="3" name="Content Placeholder 2"/>
          <p:cNvSpPr>
            <a:spLocks noGrp="1" noChangeArrowheads="1"/>
          </p:cNvSpPr>
          <p:nvPr>
            <p:ph idx="1"/>
          </p:nvPr>
        </p:nvSpPr>
        <p:spPr bwMode="auto">
          <a:xfrm>
            <a:off x="595313" y="1786598"/>
            <a:ext cx="8015287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Integrate with firewall for live IP blocking 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Implement machine learning-based threat detection 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Add support for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DDoS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and phishing attack detection 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Develop web-based monitoring dashboard 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Integrate email and SMS alert systems 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Deploy system on cloud platforms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5903" y="234948"/>
            <a:ext cx="1347164" cy="1347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536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b="1" dirty="0" smtClean="0"/>
              <a:t>Conclusion</a:t>
            </a:r>
            <a:endParaRPr b="1" dirty="0"/>
          </a:p>
        </p:txBody>
      </p:sp>
      <p:sp>
        <p:nvSpPr>
          <p:cNvPr id="211" name="Google Shape;211;p1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algn="just">
              <a:lnSpc>
                <a:spcPct val="150000"/>
              </a:lnSpc>
              <a:spcBef>
                <a:spcPts val="1200"/>
              </a:spcBef>
              <a:buSzPct val="100000"/>
            </a:pPr>
            <a:r>
              <a:rPr lang="en-IN" dirty="0" smtClean="0"/>
              <a:t>Gained </a:t>
            </a:r>
            <a:r>
              <a:rPr lang="en-US" dirty="0"/>
              <a:t>strong understanding of </a:t>
            </a:r>
            <a:r>
              <a:rPr lang="en-US" dirty="0" err="1"/>
              <a:t>cybersecurity</a:t>
            </a:r>
            <a:r>
              <a:rPr lang="en-US" dirty="0"/>
              <a:t> concepts and tools</a:t>
            </a:r>
            <a:endParaRPr dirty="0" smtClean="0"/>
          </a:p>
          <a:p>
            <a:pPr lvl="0" algn="just">
              <a:lnSpc>
                <a:spcPct val="150000"/>
              </a:lnSpc>
              <a:spcBef>
                <a:spcPts val="0"/>
              </a:spcBef>
              <a:buSzPct val="100000"/>
            </a:pPr>
            <a:r>
              <a:rPr lang="en-IN" dirty="0" smtClean="0"/>
              <a:t>Developed </a:t>
            </a:r>
            <a:r>
              <a:rPr lang="en-US" dirty="0"/>
              <a:t>skills in analyzing threats and identifying vulnerabilities</a:t>
            </a:r>
            <a:endParaRPr lang="en-IN" dirty="0" smtClean="0"/>
          </a:p>
          <a:p>
            <a:pPr lvl="0" algn="just">
              <a:lnSpc>
                <a:spcPct val="150000"/>
              </a:lnSpc>
              <a:spcBef>
                <a:spcPts val="0"/>
              </a:spcBef>
              <a:buSzPct val="100000"/>
            </a:pPr>
            <a:r>
              <a:rPr lang="en-IN" dirty="0" smtClean="0"/>
              <a:t>Understood </a:t>
            </a:r>
            <a:r>
              <a:rPr lang="en-IN" dirty="0"/>
              <a:t>real-world </a:t>
            </a:r>
            <a:r>
              <a:rPr lang="en-US" dirty="0"/>
              <a:t>security mechanisms and protection strategies</a:t>
            </a:r>
            <a:endParaRPr lang="en-IN" dirty="0" smtClean="0"/>
          </a:p>
          <a:p>
            <a:pPr marL="57150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endParaRPr lang="en-IN" b="1" dirty="0" smtClean="0"/>
          </a:p>
          <a:p>
            <a:pPr marL="685800" lvl="0" indent="-4572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257142"/>
            </a:pPr>
            <a:endParaRPr dirty="0">
              <a:ea typeface="Trebuchet MS"/>
              <a:cs typeface="Trebuchet MS"/>
              <a:sym typeface="Trebuchet MS"/>
            </a:endParaRPr>
          </a:p>
          <a:p>
            <a:pPr marL="6350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endParaRPr dirty="0">
              <a:ea typeface="Trebuchet MS"/>
              <a:cs typeface="Trebuchet MS"/>
              <a:sym typeface="Trebuchet MS"/>
            </a:endParaRPr>
          </a:p>
          <a:p>
            <a:pPr marL="6350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endParaRPr dirty="0"/>
          </a:p>
        </p:txBody>
      </p:sp>
      <p:sp>
        <p:nvSpPr>
          <p:cNvPr id="213" name="Google Shape;213;p1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11</a:t>
            </a:fld>
            <a:endParaRPr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0564" y="138248"/>
            <a:ext cx="1346470" cy="13464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405</TotalTime>
  <Words>431</Words>
  <Application>Microsoft Office PowerPoint</Application>
  <PresentationFormat>Widescreen</PresentationFormat>
  <Paragraphs>104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Trebuchet MS</vt:lpstr>
      <vt:lpstr>Office Theme</vt:lpstr>
      <vt:lpstr>      Cyber Security Intern-Airowire  Anusha Darphal 2BL22IS007</vt:lpstr>
      <vt:lpstr>About Company:</vt:lpstr>
      <vt:lpstr>CYBER INCIDENT RESPONSE SIMULATION SYSTEM USING PYTHON</vt:lpstr>
      <vt:lpstr>Objectives:</vt:lpstr>
      <vt:lpstr>Technologies Used:</vt:lpstr>
      <vt:lpstr>SYSTEM ARCHITECTURE OVERVIEW:</vt:lpstr>
      <vt:lpstr>WORKING OF THE SYSTEM: </vt:lpstr>
      <vt:lpstr>Features Implemented:</vt:lpstr>
      <vt:lpstr>Advantages:</vt:lpstr>
      <vt:lpstr>Future Enhancements: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 Security Intern  Anusha Darphal 2BL22IS007</dc:title>
  <dc:creator>UMADEVI V</dc:creator>
  <cp:lastModifiedBy>Windows User</cp:lastModifiedBy>
  <cp:revision>19</cp:revision>
  <dcterms:created xsi:type="dcterms:W3CDTF">2022-11-15T07:48:48Z</dcterms:created>
  <dcterms:modified xsi:type="dcterms:W3CDTF">2026-05-18T06:49:43Z</dcterms:modified>
</cp:coreProperties>
</file>